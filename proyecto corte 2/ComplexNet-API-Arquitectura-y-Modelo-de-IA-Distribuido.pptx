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4319588" cy="2428875"/>
  <p:notesSz cx="2428875" cy="43195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19588" cy="2428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19588" cy="24288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19588" cy="24288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19588" cy="24288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19588" cy="24288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19588" cy="24288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19588" cy="24288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19588" cy="24288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2026-10-22T05:15:51Z</dcterms:created>
  <dcterms:modified xsi:type="dcterms:W3CDTF">2026-10-22T05:15:51Z</dcterms:modified>
</cp:coreProperties>
</file>